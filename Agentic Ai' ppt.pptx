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AED9A2-B090-4FCE-950C-1AB590549558}" v="7" dt="2026-03-17T14:18:11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5184" y="382559"/>
            <a:ext cx="6708710" cy="3942549"/>
          </a:xfrm>
        </p:spPr>
        <p:txBody>
          <a:bodyPr>
            <a:normAutofit fontScale="90000"/>
          </a:bodyPr>
          <a:lstStyle/>
          <a:p>
            <a:r>
              <a:rPr lang="en-IN" sz="7200" dirty="0"/>
              <a:t>Agentic AI: YouTube Video Analyzer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504141" cy="13361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Presented BY: Tarun Singh</a:t>
            </a:r>
            <a:br>
              <a:rPr lang="en-US" dirty="0"/>
            </a:br>
            <a:r>
              <a:rPr lang="en-US" dirty="0"/>
              <a:t>Project: IBM PBEL </a:t>
            </a:r>
            <a:r>
              <a:rPr lang="en-US" dirty="0" err="1"/>
              <a:t>Genertive</a:t>
            </a:r>
            <a:r>
              <a:rPr lang="en-US" dirty="0"/>
              <a:t>-AI Project</a:t>
            </a:r>
            <a:br>
              <a:rPr lang="en-US" dirty="0"/>
            </a:br>
            <a:r>
              <a:rPr lang="en-US" dirty="0" err="1"/>
              <a:t>College:United</a:t>
            </a:r>
            <a:r>
              <a:rPr lang="en-US" dirty="0"/>
              <a:t> INSTITUTE OF TECHNOLOGY,PRAYAGRAJ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07B8-D299-8BF8-E2A0-B9DE0E31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8E3EC-597A-604F-9836-F7F284EC0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Manual analysis of YouTube videos is </a:t>
            </a:r>
            <a:r>
              <a:rPr lang="en-US" b="1" dirty="0"/>
              <a:t>time-consuming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Fragmented Tools:</a:t>
            </a:r>
            <a:r>
              <a:rPr lang="en-US" dirty="0"/>
              <a:t> Existing tools may provide either transcript or summary, but rarely both, and rarely financial insights.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Lack of Automation:</a:t>
            </a:r>
            <a:r>
              <a:rPr lang="en-US" dirty="0"/>
              <a:t> No single platform integrates </a:t>
            </a:r>
            <a:r>
              <a:rPr lang="en-US" b="1" dirty="0"/>
              <a:t>transcript extraction, summarization, financial analysis, and visualization</a:t>
            </a:r>
            <a:r>
              <a:rPr lang="en-US" dirty="0"/>
              <a:t> in one seamless workflow.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94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6480-2D95-477C-E00C-05435CC3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5AF73-3D30-A909-8D8F-A1B552C3F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Automate YouTube Video Analysis:</a:t>
            </a:r>
            <a:r>
              <a:rPr lang="en-US" dirty="0"/>
              <a:t>Extract transcripts and generate concise summaries automatically.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Provide Download Options    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Generate Actionable Insights:</a:t>
            </a:r>
            <a:r>
              <a:rPr lang="en-US" dirty="0"/>
              <a:t>Highlight key points, topics, and learning takeaways from video content.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Evaluate Financial Impact</a:t>
            </a:r>
            <a:endParaRPr lang="en-IN" dirty="0"/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59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E54B-9E68-D6D5-6091-D94D2D11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Technology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69AA-82BA-0819-4366-7768AAC4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Python 3.11</a:t>
            </a:r>
            <a:r>
              <a:rPr lang="en-IN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 err="1"/>
              <a:t>Streamlit</a:t>
            </a:r>
            <a:endParaRPr lang="en-IN" b="1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Deep Translator / Google Translator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GROQ LLM (for summarization and insight extraction) 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Pandas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YouTube Transcript API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Altair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FPDF</a:t>
            </a:r>
          </a:p>
        </p:txBody>
      </p:sp>
    </p:spTree>
    <p:extLst>
      <p:ext uri="{BB962C8B-B14F-4D97-AF65-F5344CB8AC3E}">
        <p14:creationId xmlns:p14="http://schemas.microsoft.com/office/powerpoint/2010/main" val="24765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E923-B92D-995B-36C5-F359C2E2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Technology Used For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612CA-8791-D5FF-CCF1-4017B122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Python 3.11</a:t>
            </a:r>
            <a:r>
              <a:rPr lang="en-IN" dirty="0"/>
              <a:t> – Core programming language for data processing and AI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Streamlit</a:t>
            </a:r>
            <a:r>
              <a:rPr lang="en-US" dirty="0"/>
              <a:t> – For interactive web-based user interface and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Groq</a:t>
            </a:r>
            <a:r>
              <a:rPr lang="en-US" b="1" dirty="0"/>
              <a:t> AI (llama-3.1-8b-instant)</a:t>
            </a:r>
            <a:r>
              <a:rPr lang="en-US" dirty="0"/>
              <a:t> – Generates concise summaries and key insights from transcripts.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Pandas</a:t>
            </a:r>
            <a:r>
              <a:rPr lang="en-US" dirty="0"/>
              <a:t> – For handling structured data (e.g., financial info extraction).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Altair</a:t>
            </a:r>
            <a:r>
              <a:rPr lang="en-US" dirty="0"/>
              <a:t> – For creating interactive bar charts and graphs for financial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FPDF</a:t>
            </a:r>
            <a:r>
              <a:rPr lang="en-US" dirty="0"/>
              <a:t> – Generate downloadable PDF reports for summaries and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4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34BD-5B4F-FB55-B890-584E54AC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A28937-7E75-CF05-0322-895FF1DCC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662" y="2108200"/>
            <a:ext cx="3396342" cy="42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3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F04F-29C1-3FD7-AC8A-FC5B8BF6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808ADB-0797-DDDB-2277-8F9C5C93D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246" y="2108200"/>
            <a:ext cx="7197834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5E26-C9CC-640F-B199-013A2C51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9"/>
            <a:ext cx="10058400" cy="1450757"/>
          </a:xfrm>
        </p:spPr>
        <p:txBody>
          <a:bodyPr/>
          <a:lstStyle/>
          <a:p>
            <a:r>
              <a:rPr lang="en-US" dirty="0"/>
              <a:t>       Financial Impact 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674927-53D9-C8A2-5621-7ACFD822D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978" y="1903445"/>
            <a:ext cx="9563720" cy="384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81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E6C2-1B30-67B4-D4A4-871AF972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Download result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73FB73-A941-483C-8547-3BBD2962B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987" y="2108200"/>
            <a:ext cx="7130352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38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22F7-64AA-518A-B4A7-E79D54E6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CA07-7E2E-C664-9BDC-D076004A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generates </a:t>
            </a:r>
            <a:r>
              <a:rPr lang="en-US" b="1" dirty="0"/>
              <a:t>concise AI-driven summaries</a:t>
            </a:r>
            <a:r>
              <a:rPr lang="en-US" dirty="0"/>
              <a:t>, highlighting key points, main topics, and learning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generates </a:t>
            </a:r>
            <a:r>
              <a:rPr lang="en-US" b="1" dirty="0"/>
              <a:t>concise AI-driven summaries</a:t>
            </a:r>
            <a:r>
              <a:rPr lang="en-US" dirty="0"/>
              <a:t>, highlighting key points, main topics, and learning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</a:t>
            </a:r>
            <a:r>
              <a:rPr lang="en-US" b="1" dirty="0"/>
              <a:t>download summaries as PDFs</a:t>
            </a:r>
            <a:r>
              <a:rPr lang="en-US" dirty="0"/>
              <a:t>, enabling easy reporting and documentation.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YouTube Video Analyzer</a:t>
            </a:r>
            <a:r>
              <a:rPr lang="en-US" dirty="0"/>
              <a:t> effectively extracts multilingual transcripts (Hindi/English) and converts them to English.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3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3375-AE46-3F9F-4D31-3654B54A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</a:t>
            </a:r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472B3-A502-E1F4-B183-2FCAD0F48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Extended Language Support:</a:t>
            </a:r>
            <a:r>
              <a:rPr lang="en-US" dirty="0"/>
              <a:t> Integrate more languages beyond Hindi and English.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Analysis:</a:t>
            </a:r>
            <a:r>
              <a:rPr lang="en-US" dirty="0"/>
              <a:t> Process live streams and short clips with instant summarization.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Advanced Financial Analytics:</a:t>
            </a:r>
            <a:r>
              <a:rPr lang="en-US" dirty="0"/>
              <a:t> Include trend predictions, ROI calculations, and scenario analysis..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Enhanced Visualization:</a:t>
            </a:r>
            <a:r>
              <a:rPr lang="en-US" dirty="0"/>
              <a:t> Interactive dashboards for multiple videos and comparative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37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Your best quote that reflects your approach… “It’s one small step for man, one giant leap for mankind.”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Neil Armstrong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{21345A96-34BD-453A-A504-D74F2B193A02}TFf0a5ceae-4542-492d-822e-d65a94fb0e1e3b562c5a_win32-009a0557e699</Template>
  <TotalTime>387</TotalTime>
  <Words>388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Courier New</vt:lpstr>
      <vt:lpstr>Franklin Gothic Book</vt:lpstr>
      <vt:lpstr>Custom</vt:lpstr>
      <vt:lpstr>Agentic AI: YouTube Video Analyzer  </vt:lpstr>
      <vt:lpstr>           Problem Statement</vt:lpstr>
      <vt:lpstr>                 Objectives</vt:lpstr>
      <vt:lpstr>            Technology Used</vt:lpstr>
      <vt:lpstr>        Technology Used For</vt:lpstr>
      <vt:lpstr>           System Architecture</vt:lpstr>
      <vt:lpstr>                    Results</vt:lpstr>
      <vt:lpstr>       Financial Impact Example</vt:lpstr>
      <vt:lpstr>             Download result</vt:lpstr>
      <vt:lpstr>                 Conclusion</vt:lpstr>
      <vt:lpstr>              Future Scope</vt:lpstr>
      <vt:lpstr>Your best quote that reflects your approach… “It’s one small step for man, one giant leap for mankind.”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SINGH</dc:creator>
  <cp:lastModifiedBy>TARUN SINGH</cp:lastModifiedBy>
  <cp:revision>2</cp:revision>
  <dcterms:created xsi:type="dcterms:W3CDTF">2026-03-17T11:58:24Z</dcterms:created>
  <dcterms:modified xsi:type="dcterms:W3CDTF">2026-03-17T18:25:36Z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